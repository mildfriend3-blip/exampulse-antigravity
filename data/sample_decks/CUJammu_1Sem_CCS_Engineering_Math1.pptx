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
</Relationships>
</file>

<file path=ppt/slides/slide1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ENG-101: Engineering Mathematics - I (Sem 1 CCS)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Central University of Jammu - B.Tech CSE (Cyber Security) Semester I</a:t></a:p><a:p xmlns:a="http://schemas.openxmlformats.org/drawingml/2006/main"><a:t>Units: Linear Algebra & Matrices, Eigenvalues, Differential Calculus, Multiple Integrals</a:t></a:p></p:txBody></p:sp>
    </p:spTree>
  </p:cSld>
</p:sld>
</file>

<file path=ppt/slides/slide2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Cayley-Hamilton Theorem & Matrix Inverses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Theorem Statement: Every square matrix satisfies its own characteristic equation det(A - lambda*I) = 0.</a:t></a:p><a:p xmlns:a="http://schemas.openxmlformats.org/drawingml/2006/main"><a:t>Application 1: Computing matrix powers A^k without repeated matrix multiplications.</a:t></a:p><a:p xmlns:a="http://schemas.openxmlformats.org/drawingml/2006/main"><a:t>Application 2: Computing matrix inverse A^-1 by multiplying characteristic equation by A^-1.</a:t></a:p><a:p xmlns:a="http://schemas.openxmlformats.org/drawingml/2006/main"><a:t>Diagonalization: P^(-1) * A * P = D where columns of P are linearly independent eigenvectors.</a:t></a:p></p:txBody></p:sp>
    </p:spTree>
  </p:cSld>
</p:sld>
</file>

<file path=ppt/slides/slide3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Euler's Theorem on Homogeneous Functions & Calculus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If u(x, y) is homogeneous of degree n, then x*(du/dx) + y*(du/dy) = n*u.</a:t></a:p><a:p xmlns:a="http://schemas.openxmlformats.org/drawingml/2006/main"><a:t>Rolle's Theorem & Lagrange's Mean Value Theorem: Conditions and geometric significance.</a:t></a:p><a:p xmlns:a="http://schemas.openxmlformats.org/drawingml/2006/main"><a:t>Taylor & Maclaurin Series: Polynomial expansions of sin(x), cos(x), e^x around x=0.</a:t></a:p></p:txBody></p:sp>
    </p:spTree>
  </p:cSld>
</p:sld>
</file>

<file path=ppt/slides/slide4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CUJammu Sem 1 Mathematics PYQ Focus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Section A: State Cayley-Hamilton Theorem, Rank of matrix definition.</a:t></a:p><a:p xmlns:a="http://schemas.openxmlformats.org/drawingml/2006/main"><a:t>Section B: Verify Euler's Theorem on u = tan^-1((x^3 + y^3)/(x - y)).</a:t></a:p><a:p xmlns:a="http://schemas.openxmlformats.org/drawingml/2006/main"><a:t>Section C: Find Eigenvalues & Eigenvectors for 3x3 matrix and compute A^-1.</a:t></a:p></p:txBody></p:sp>
    </p:spTree>
  </p:cSld>
</p:sld>
</file>