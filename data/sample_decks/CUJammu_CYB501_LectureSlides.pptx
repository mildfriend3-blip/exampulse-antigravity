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s/slide1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CYB-501: Cryptography & Network Security Lecture 04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Central University of Jammu - Department of CSE (Cyber Security)</a:t></a:p><a:p xmlns:a="http://schemas.openxmlformats.org/drawingml/2006/main"><a:t>Instructor: Faculty of Cyber Security & Information Assurance</a:t></a:p><a:p xmlns:a="http://schemas.openxmlformats.org/drawingml/2006/main"><a:t>Module: Symmetric Encryption & Advanced Encryption Standard (AES)</a:t></a:p></p:txBody></p:sp>
    </p:spTree>
  </p:cSld>
</p:sld>
</file>

<file path=ppt/slides/slide2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AES Architecture & 4 Core Round Transformations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1. SubBytes: Non-linear byte substitution using 16x16 S-box over GF(2^8).</a:t></a:p><a:p xmlns:a="http://schemas.openxmlformats.org/drawingml/2006/main"><a:t>2. ShiftRows: Cyclic permutation of matrix rows for intra-block diffusion.</a:t></a:p><a:p xmlns:a="http://schemas.openxmlformats.org/drawingml/2006/main"><a:t>3. MixColumns: Matrix multiplication over GF(2^8) modulo (x^4 + 1).</a:t></a:p><a:p xmlns:a="http://schemas.openxmlformats.org/drawingml/2006/main"><a:t>4. AddRoundKey: Bitwise XOR of the 128-bit state with the round subkey.</a:t></a:p><a:p xmlns:a="http://schemas.openxmlformats.org/drawingml/2006/main"><a:t>Notice: MixColumns is skipped in Round 10 to ensure symmetric decryption circuit.</a:t></a:p></p:txBody></p:sp>
    </p:spTree>
  </p:cSld>
</p:sld>
</file>

<file path=ppt/slides/slide3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Public Key Cryptography & RSA Mathematical Proof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Choose primes p and q. Compute modulus n = p * q and Euler phi(n) = (p-1)(q-1).</a:t></a:p><a:p xmlns:a="http://schemas.openxmlformats.org/drawingml/2006/main"><a:t>Select public exponent e such that gcd(e, phi(n)) = 1.</a:t></a:p><a:p xmlns:a="http://schemas.openxmlformats.org/drawingml/2006/main"><a:t>Compute private exponent d: d * e = 1 mod phi(n) via Extended Euclidean Algorithm.</a:t></a:p><a:p xmlns:a="http://schemas.openxmlformats.org/drawingml/2006/main"><a:t>Encryption: Ciphertext C = M^e mod n.</a:t></a:p><a:p xmlns:a="http://schemas.openxmlformats.org/drawingml/2006/main"><a:t>Decryption: Plaintext M = C^d mod n. Proof holds by Euler's Totient Theorem.</a:t></a:p></p:txBody></p:sp>
    </p:spTree>
  </p:cSld>
</p:sld>
</file>

<file path=ppt/slides/slide4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High-Yield University Examination PYQ Weightage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Historical Exam Focus: 32% Number Theory & RSA, 28% AES, 24% TLS/IPsec Protocols.</a:t></a:p><a:p xmlns:a="http://schemas.openxmlformats.org/drawingml/2006/main"><a:t>Common trap in Section A: ECB mode leak (identical plaintext produces identical ciphertext).</a:t></a:p><a:p xmlns:a="http://schemas.openxmlformats.org/drawingml/2006/main"><a:t>Common trap in Section C: Wiener's attack on small private exponent d < (1/3)n^0.25.</a:t></a:p></p:txBody></p:sp>
    </p:spTree>
  </p:cSld>
</p:sld>
</file>