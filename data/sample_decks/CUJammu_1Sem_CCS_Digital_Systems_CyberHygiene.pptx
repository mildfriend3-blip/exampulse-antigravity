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
</Relationships>
</file>

<file path=ppt/slides/slide1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CYB-101: Digital Systems & Cyber Hygiene (Sem 1 CCS)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Central University of Jammu - Department of CSE (Cyber Security)</a:t></a:p><a:p xmlns:a="http://schemas.openxmlformats.org/drawingml/2006/main"><a:t>Foundational Course: Binary Arithmetic, Logic Gates, Cyber Ethics, Safe Computing</a:t></a:p></p:txBody></p:sp>
    </p:spTree>
  </p:cSld>
</p:sld>
</file>

<file path=ppt/slides/slide2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Digital Logic Foundations & Boolean Algebra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Universal Logic Gates: NAND and NOR gates can implement any Boolean function.</a:t></a:p><a:p xmlns:a="http://schemas.openxmlformats.org/drawingml/2006/main"><a:t>De Morgan's Laws: (A + B)' = A' * B' and (A * B)' = A' + B'.</a:t></a:p><a:p xmlns:a="http://schemas.openxmlformats.org/drawingml/2006/main"><a:t>Number Systems: Binary, Octal, Decimal, Hexadecimal conversions and 2's Complement representation.</a:t></a:p></p:txBody></p:sp>
    </p:spTree>
  </p:cSld>
</p:sld>
</file>

<file path=ppt/slides/slide3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Cyber Hygiene & Defense Best Practices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CIA Triad: Confidentiality (Encryption), Integrity (Hashing), Availability (Redundancy/DDoS Defense).</a:t></a:p><a:p xmlns:a="http://schemas.openxmlformats.org/drawingml/2006/main"><a:t>Password Entropy & Multi-Factor Authentication (MFA): Something you know, have, and are.</a:t></a:p><a:p xmlns:a="http://schemas.openxmlformats.org/drawingml/2006/main"><a:t>Social Engineering & Phishing: Identifying deceptive domains, malicious email attachments, and spoofing.</a:t></a:p></p:txBody></p:sp>
    </p:spTree>
  </p:cSld>
</p:sld>
</file>