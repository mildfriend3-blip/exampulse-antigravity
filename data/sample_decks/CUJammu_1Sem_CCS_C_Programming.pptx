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Id1"/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
</Relationships>
</file>

<file path=ppt/slides/slide1.xml><?xml version="1.0" encoding="utf-8"?>
<p:sld xmlns:p="http://schemas.openxmlformats.org/presentationml/2006/main">
  <p:cSld>
    <p:spTree>
      <p:sp>
        <p:nvSpPr>
          <p:cNvPr id="1" name="Title"/>
          <p:cNvSpPr>
            <a:spLocks xmlns:a="http://schemas.openxmlformats.org/drawingml/2006/main" noGrp="1"/>
          </p:cNvSpPr>
          <p:nvPr>
            <p:ph type="title"/>
          </p:nvPr>
        </p:nvSpPr>
        <p:txBody>
          <a:bodyPr xmlns:a="http://schemas.openxmlformats.org/drawingml/2006/main"/>
          <a:p xmlns:a="http://schemas.openxmlformats.org/drawingml/2006/main">
            <a:t>CSE-101: Programming for Problem Solving in C (Sem 1 CCS)</a:t>
          </a:p>
        </p:txBody>
      </p:sp>
      <p:sp>
        <p:nvSpPr>
          <p:cNvPr id="2" name="Body"/>
          <p:cNvSpPr>
            <a:spLocks xmlns:a="http://schemas.openxmlformats.org/drawingml/2006/main" noGrp="1"/>
          </p:cNvSpPr>
          <p:nvPr/>
        </p:nvSpPr>
        <p:txBody>
          <a:bodyPr xmlns:a="http://schemas.openxmlformats.org/drawingml/2006/main"/>
          <a:p xmlns:a="http://schemas.openxmlformats.org/drawingml/2006/main">
            <a:t>Central University of Jammu - B.Tech CSE (Cyber Security) Semester I</a:t>
          </a:p>
          <a:p xmlns:a="http://schemas.openxmlformats.org/drawingml/2006/main">
            <a:t>Course Code: CSE-101 | Credits: 4 | Evaluation: 70 End-Sem, 30 Internal</a:t>
          </a:p>
          <a:p xmlns:a="http://schemas.openxmlformats.org/drawingml/2006/main">
            <a:t>Core Modules: C Fundamentals, Memory Management, Pointers, Structures, File I/O</a:t>
          </a:p>
        </p:txBody>
      </p:sp>
    </p:spTree>
  </p:cSld>
</p:sld>
</file>

<file path=ppt/slides/slide2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Pointers & Dynamic Memory Allocation in C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Pointers store memory addresses of variables: int *p = &x; dereferencing with *p.</a:t></a:p><a:p xmlns:a="http://schemas.openxmlformats.org/drawingml/2006/main"><a:t>malloc(size_t size): Allocates uninitialized memory on heap. Returns void*.</a:t></a:p><a:p xmlns:a="http://schemas.openxmlformats.org/drawingml/2006/main"><a:t>calloc(num, size): Allocates memory and initializes every byte to 0.</a:t></a:p><a:p xmlns:a="http://schemas.openxmlformats.org/drawingml/2006/main"><a:t>realloc(ptr, new_size): Resizes previously allocated dynamic memory block.</a:t></a:p><a:p xmlns:a="http://schemas.openxmlformats.org/drawingml/2006/main"><a:t>free(ptr): Releases allocated memory. Critical: ptr = NULL avoids dangling pointers.</a:t></a:p></p:txBody></p:sp>
    </p:spTree>
  </p:cSld>
</p:sld>
</file>

<file path=ppt/slides/slide3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Memory Safety & Vulnerability Prevention in C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Dangling Pointers: Pointer pointing to already freed memory -> Use-After-Free (UAF).</a:t></a:p><a:p xmlns:a="http://schemas.openxmlformats.org/drawingml/2006/main"><a:t>Memory Leaks: Allocating memory with malloc() without corresponding free().</a:t></a:p><a:p xmlns:a="http://schemas.openxmlformats.org/drawingml/2006/main"><a:t>Buffer Overflows: Using unbounded functions like gets() or strcpy() overwriting stack.</a:t></a:p><a:p xmlns:a="http://schemas.openxmlformats.org/drawingml/2006/main"><a:t>Secure alternatives: Use fgets() and strncpy() with explicit buffer bounds.</a:t></a:p></p:txBody></p:sp>
    </p:spTree>
  </p:cSld>
</p:sld>
</file>

<file path=ppt/slides/slide4.xml><?xml version="1.0" encoding="UTF-8" standalone="yes"?>
<p:sld xmlns:p="http://schemas.openxmlformats.org/presentationml/2006/main">
  <p:cSld>
    <p:spTree>
      <p:sp><p:nvSpPr><p:cNvPr id="1" name="Title"/><p:cNvSpPr><a:spLocks noGrp="1" xmlns:a="http://schemas.openxmlformats.org/drawingml/2006/main"/></p:cNvSpPr><p:nvPr><p:ph type="title"/></p:nvPr></p:nvSpPr><p:txBody><a:bodyPr xmlns:a="http://schemas.openxmlformats.org/drawingml/2006/main"/><a:p xmlns:a="http://schemas.openxmlformats.org/drawingml/2006/main"><a:t>CUJammu Semester 1 Examination PYQ Weightage for C</a:t></a:p></p:txBody></p:sp><p:sp><p:nvSpPr><p:cNvPr id="2" name="Body"/><p:cNvSpPr><a:spLocks noGrp="1" xmlns:a="http://schemas.openxmlformats.org/drawingml/2006/main"/></p:cNvSpPr><p:nvPr/></p:nvSpPr><p:txBody><a:bodyPr xmlns:a="http://schemas.openxmlformats.org/drawingml/2006/main"/><a:p xmlns:a="http://schemas.openxmlformats.org/drawingml/2006/main"><a:t>Section A (2M): Compiler vs Interpreter, Dangling Pointer definition, Preprocessor directives.</a:t></a:p><a:p xmlns:a="http://schemas.openxmlformats.org/drawingml/2006/main"><a:t>Section B (5M): Call by Value vs Call by Reference with swap code, Recursion stack trace.</a:t></a:p><a:p xmlns:a="http://schemas.openxmlformats.org/drawingml/2006/main"><a:t>Section C (10M): Dynamic 2D matrix allocation & transpose, Structure vs Union memory layout.</a:t></a:p></p:txBody></p:sp>
    </p:spTree>
  </p:cSld>
</p:sld>
</file>